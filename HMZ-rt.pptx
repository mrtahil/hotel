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7085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2751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0310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1809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1507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3182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8488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5916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5599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9735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8889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9456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8671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8525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6079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3646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1467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D065F-33F5-4BC0-A702-6BC5BD3D3131}" type="datetimeFigureOut">
              <a:rPr lang="hu-HU" smtClean="0"/>
              <a:t>2025. 05. 22.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041AB-77D6-4BEF-B138-BAD81B3CA6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5595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39459E-34E2-698C-8743-F6EB9A604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0425" y="2052734"/>
            <a:ext cx="8791575" cy="2387600"/>
          </a:xfrm>
        </p:spPr>
        <p:txBody>
          <a:bodyPr>
            <a:normAutofit/>
          </a:bodyPr>
          <a:lstStyle/>
          <a:p>
            <a:r>
              <a:rPr lang="hu-HU" dirty="0"/>
              <a:t>HMZ-</a:t>
            </a:r>
            <a:r>
              <a:rPr lang="hu-HU" dirty="0" err="1"/>
              <a:t>rt</a:t>
            </a:r>
            <a:br>
              <a:rPr lang="hu-HU" dirty="0"/>
            </a:br>
            <a:r>
              <a:rPr lang="hu-HU" dirty="0"/>
              <a:t>Foglalj okosan, kezelj könnyedén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DF0E09F-EE41-63D4-6CE3-DE06B100E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5249" y="5958018"/>
            <a:ext cx="8791575" cy="1655762"/>
          </a:xfrm>
        </p:spPr>
        <p:txBody>
          <a:bodyPr/>
          <a:lstStyle/>
          <a:p>
            <a:r>
              <a:rPr lang="hu-HU" dirty="0" err="1"/>
              <a:t>Hilóczki</a:t>
            </a:r>
            <a:r>
              <a:rPr lang="hu-HU" dirty="0"/>
              <a:t> Tamás; Monostori Róbert; Zelenák Zalán Noel</a:t>
            </a:r>
          </a:p>
          <a:p>
            <a:r>
              <a:rPr lang="hu-HU" dirty="0"/>
              <a:t>					            2025.05.23.</a:t>
            </a:r>
          </a:p>
        </p:txBody>
      </p:sp>
    </p:spTree>
    <p:extLst>
      <p:ext uri="{BB962C8B-B14F-4D97-AF65-F5344CB8AC3E}">
        <p14:creationId xmlns:p14="http://schemas.microsoft.com/office/powerpoint/2010/main" val="1674234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5868C5-A6B9-C675-F235-3919FB4F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célja / motiváció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EE96F5C-C231-FAD9-D77D-AEEB97E28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Cél: </a:t>
            </a:r>
          </a:p>
          <a:p>
            <a:pPr lvl="1"/>
            <a:r>
              <a:rPr lang="hu-HU" dirty="0"/>
              <a:t>Felhasználóbarát hotelmenedzsment szoftver létrehozása</a:t>
            </a:r>
          </a:p>
          <a:p>
            <a:r>
              <a:rPr lang="hu-HU" dirty="0"/>
              <a:t>Motiváció:</a:t>
            </a:r>
          </a:p>
          <a:p>
            <a:pPr lvl="1"/>
            <a:r>
              <a:rPr lang="hu-HU" dirty="0"/>
              <a:t>Manuális folyamatok automatizálása, hatékonyság növelése</a:t>
            </a:r>
          </a:p>
          <a:p>
            <a:r>
              <a:rPr lang="hu-HU" dirty="0"/>
              <a:t>Célközönség:</a:t>
            </a:r>
          </a:p>
          <a:p>
            <a:pPr lvl="1"/>
            <a:r>
              <a:rPr lang="hu-HU" dirty="0"/>
              <a:t>Kicsik és nagyok egyaránt, a lényeg a könnyű és érthető kezelhetőség</a:t>
            </a:r>
          </a:p>
        </p:txBody>
      </p:sp>
    </p:spTree>
    <p:extLst>
      <p:ext uri="{BB962C8B-B14F-4D97-AF65-F5344CB8AC3E}">
        <p14:creationId xmlns:p14="http://schemas.microsoft.com/office/powerpoint/2010/main" val="1638092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665C5D-32EB-E692-4248-B7B3278E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Rendszer Felépítése és Architektúrája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EF4061-FE8F-01F4-9216-A7D824D24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A hotel foglalási és kezelési rendszer négy fő komponensből épül fel: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Backend</a:t>
            </a:r>
            <a:r>
              <a:rPr lang="hu-HU" dirty="0"/>
              <a:t> – C# és .NET alapú szerveroldali logika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Webes felület (Web UI)</a:t>
            </a:r>
            <a:r>
              <a:rPr lang="hu-HU" dirty="0"/>
              <a:t> – React / Tailwind technológiával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Asztali alkalmazás </a:t>
            </a:r>
            <a:r>
              <a:rPr lang="hu-HU" dirty="0"/>
              <a:t>WPF-re épülő natív Windows-alkalmazás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Adatbázis</a:t>
            </a:r>
            <a:r>
              <a:rPr lang="hu-HU" dirty="0"/>
              <a:t> – SQL Server</a:t>
            </a:r>
          </a:p>
          <a:p>
            <a:r>
              <a:rPr lang="hu-HU" dirty="0"/>
              <a:t>A komponensek együttműködése biztosítja az adatok megbízható kezelését, a felhasználói élmény rugalmasságát és a skálázható üzemeltetést.</a:t>
            </a:r>
          </a:p>
        </p:txBody>
      </p:sp>
    </p:spTree>
    <p:extLst>
      <p:ext uri="{BB962C8B-B14F-4D97-AF65-F5344CB8AC3E}">
        <p14:creationId xmlns:p14="http://schemas.microsoft.com/office/powerpoint/2010/main" val="3502897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89C3F2-A788-E517-7697-FAD967D0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hu-HU" dirty="0"/>
              <a:t>Backend C# és ASP.NET Core alapokon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CA8B5A-9646-5AE2-9879-F5B7D1339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/>
          <a:lstStyle/>
          <a:p>
            <a:r>
              <a:rPr lang="hu-HU" dirty="0"/>
              <a:t>Microservice alapú szerkezet</a:t>
            </a:r>
          </a:p>
          <a:p>
            <a:pPr lvl="1"/>
            <a:r>
              <a:rPr lang="hu-HU" dirty="0"/>
              <a:t>Külön szolgáltatásokra bontott funkciók</a:t>
            </a:r>
          </a:p>
          <a:p>
            <a:r>
              <a:rPr lang="hu-HU" dirty="0"/>
              <a:t>Biztonságos REST API</a:t>
            </a:r>
          </a:p>
          <a:p>
            <a:pPr lvl="1"/>
            <a:r>
              <a:rPr lang="hu-HU" dirty="0" err="1"/>
              <a:t>Token</a:t>
            </a:r>
            <a:r>
              <a:rPr lang="hu-HU" dirty="0"/>
              <a:t> alapú hitelesítés, szerepkörökhöz kötött hozzáférés </a:t>
            </a:r>
          </a:p>
          <a:p>
            <a:r>
              <a:rPr lang="hu-HU" dirty="0"/>
              <a:t>Skálázható adatkezelés</a:t>
            </a:r>
          </a:p>
          <a:p>
            <a:pPr lvl="1"/>
            <a:r>
              <a:rPr lang="hu-HU" dirty="0"/>
              <a:t>EFC használatával adatbázis kezelés, SQL alapú felhős adattárolás</a:t>
            </a:r>
          </a:p>
        </p:txBody>
      </p:sp>
    </p:spTree>
    <p:extLst>
      <p:ext uri="{BB962C8B-B14F-4D97-AF65-F5344CB8AC3E}">
        <p14:creationId xmlns:p14="http://schemas.microsoft.com/office/powerpoint/2010/main" val="1685617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9403D0-C1D5-2E72-2D3F-1B14925A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Webes 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2FC6B7-5440-F8F0-EE16-D7A69D25A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React és Tailwind CSS</a:t>
            </a:r>
          </a:p>
          <a:p>
            <a:pPr lvl="1"/>
            <a:r>
              <a:rPr lang="hu-HU" dirty="0"/>
              <a:t>Modern JS technológiára épült, így gyors, dinamikus, és könnyen </a:t>
            </a:r>
            <a:r>
              <a:rPr lang="hu-HU" dirty="0" err="1"/>
              <a:t>testreszabható</a:t>
            </a:r>
            <a:endParaRPr lang="hu-HU" dirty="0"/>
          </a:p>
          <a:p>
            <a:r>
              <a:rPr lang="hu-HU" dirty="0"/>
              <a:t>Reszponzív kialakítás</a:t>
            </a:r>
          </a:p>
          <a:p>
            <a:pPr lvl="1"/>
            <a:r>
              <a:rPr lang="hu-HU" dirty="0"/>
              <a:t>Telefon / Táblagép / Asztali géphez igazodik</a:t>
            </a:r>
          </a:p>
          <a:p>
            <a:r>
              <a:rPr lang="hu-HU" dirty="0"/>
              <a:t>Kiemelkedő felhasználói élmény</a:t>
            </a:r>
          </a:p>
          <a:p>
            <a:pPr lvl="1"/>
            <a:r>
              <a:rPr lang="hu-HU" dirty="0"/>
              <a:t>Egyszerű navigáció, esztétikus design</a:t>
            </a:r>
          </a:p>
        </p:txBody>
      </p:sp>
    </p:spTree>
    <p:extLst>
      <p:ext uri="{BB962C8B-B14F-4D97-AF65-F5344CB8AC3E}">
        <p14:creationId xmlns:p14="http://schemas.microsoft.com/office/powerpoint/2010/main" val="3373114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C75F32-8F9A-C750-33A2-3C843C39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WPF asztali alkalmazás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1CA65D-7E83-EA20-00FF-A51A297CB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Érintésbarát kezelőfelület</a:t>
            </a:r>
          </a:p>
          <a:p>
            <a:pPr lvl="1"/>
            <a:r>
              <a:rPr lang="hu-HU" dirty="0"/>
              <a:t>Nagy méretű, elrendezett, egyszerű navigáció</a:t>
            </a:r>
          </a:p>
          <a:p>
            <a:r>
              <a:rPr lang="hu-HU" dirty="0"/>
              <a:t>Gyors válaszidő</a:t>
            </a:r>
          </a:p>
          <a:p>
            <a:pPr lvl="1"/>
            <a:r>
              <a:rPr lang="hu-HU" dirty="0"/>
              <a:t>Interakciók gyorsan reagálnak</a:t>
            </a:r>
          </a:p>
          <a:p>
            <a:r>
              <a:rPr lang="hu-HU" dirty="0"/>
              <a:t>Egységes vizuális megjelenés</a:t>
            </a:r>
          </a:p>
          <a:p>
            <a:pPr lvl="1"/>
            <a:r>
              <a:rPr lang="hu-HU" dirty="0"/>
              <a:t>Az alkalmazás teljes egészében egységes designt kapott, így ugyanaz a felület fogad minket a használatakor</a:t>
            </a:r>
          </a:p>
        </p:txBody>
      </p:sp>
    </p:spTree>
    <p:extLst>
      <p:ext uri="{BB962C8B-B14F-4D97-AF65-F5344CB8AC3E}">
        <p14:creationId xmlns:p14="http://schemas.microsoft.com/office/powerpoint/2010/main" val="865841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6689B4-473A-1196-5530-4D2D89083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architektúra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CE2B9D-D9A9-0896-7F1D-0F749ADDB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Relációs modell SQL alapon</a:t>
            </a:r>
          </a:p>
          <a:p>
            <a:pPr lvl="1"/>
            <a:r>
              <a:rPr lang="hu-HU" dirty="0"/>
              <a:t>A rendszer relációs adatbázist használ, logikus táblastruktúrákkal</a:t>
            </a:r>
          </a:p>
          <a:p>
            <a:r>
              <a:rPr lang="hu-HU" dirty="0"/>
              <a:t>Entity Framework Core ORM</a:t>
            </a:r>
          </a:p>
          <a:p>
            <a:pPr lvl="1"/>
            <a:r>
              <a:rPr lang="hu-HU" dirty="0"/>
              <a:t>Egyszerűsíti a lekérdezéseket, biztosítja a migrációkat</a:t>
            </a:r>
          </a:p>
          <a:p>
            <a:r>
              <a:rPr lang="hu-HU" dirty="0"/>
              <a:t>Adatintegritás és normalizálás</a:t>
            </a:r>
          </a:p>
          <a:p>
            <a:pPr lvl="1"/>
            <a:r>
              <a:rPr lang="hu-HU" dirty="0"/>
              <a:t>Külső kulcsok, egyedi indexek, normalizált szerkezet garantálja a konzisztens adattárolást</a:t>
            </a:r>
          </a:p>
        </p:txBody>
      </p:sp>
    </p:spTree>
    <p:extLst>
      <p:ext uri="{BB962C8B-B14F-4D97-AF65-F5344CB8AC3E}">
        <p14:creationId xmlns:p14="http://schemas.microsoft.com/office/powerpoint/2010/main" val="3318489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041904-D488-C8BF-733A-8358B5180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2996" y="1896804"/>
            <a:ext cx="8791575" cy="2387600"/>
          </a:xfrm>
        </p:spPr>
        <p:txBody>
          <a:bodyPr/>
          <a:lstStyle/>
          <a:p>
            <a:pPr algn="ctr"/>
            <a:r>
              <a:rPr lang="hu-HU" dirty="0"/>
              <a:t>Főbb funkciók és kiemelkedő megoldások =&gt;</a:t>
            </a:r>
          </a:p>
        </p:txBody>
      </p:sp>
    </p:spTree>
    <p:extLst>
      <p:ext uri="{BB962C8B-B14F-4D97-AF65-F5344CB8AC3E}">
        <p14:creationId xmlns:p14="http://schemas.microsoft.com/office/powerpoint/2010/main" val="510626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E073AB-CB97-41FB-CE2D-A2C78EF4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000" dirty="0"/>
              <a:t>Backend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890D280B-FBFF-CED2-BB1F-AEC67ED4F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6200" y="694935"/>
            <a:ext cx="5891213" cy="4993467"/>
          </a:xfrm>
          <a:prstGeom prst="rect">
            <a:avLst/>
          </a:prstGeo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B9BB9E9F-59DD-8B79-3FD4-0D6026379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hu-HU" sz="3200" dirty="0"/>
              <a:t>A tesztelés során ezen a felületen keresztül kezeltük és teszteltük az API-végpontokat</a:t>
            </a:r>
          </a:p>
        </p:txBody>
      </p:sp>
    </p:spTree>
    <p:extLst>
      <p:ext uri="{BB962C8B-B14F-4D97-AF65-F5344CB8AC3E}">
        <p14:creationId xmlns:p14="http://schemas.microsoft.com/office/powerpoint/2010/main" val="4053103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3C3635-AEFE-7C8D-F856-DD83880A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400" dirty="0"/>
              <a:t>Asztali alkalmazás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ABCF112-AFE3-1AEC-59BE-FB4004E98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r>
              <a:rPr lang="hu-HU" sz="2400" dirty="0"/>
              <a:t>A képen egy</a:t>
            </a:r>
            <a:r>
              <a:rPr lang="hu-HU" sz="2400" b="1" dirty="0"/>
              <a:t> admin bejelentkezési felület</a:t>
            </a:r>
            <a:r>
              <a:rPr lang="hu-HU" sz="2400" dirty="0"/>
              <a:t> látható. A célja, hogy egy adminisztrátor bejelentkezhessen a rendszerbe a felhasználóneve és jelszava megadásával. </a:t>
            </a:r>
          </a:p>
          <a:p>
            <a:endParaRPr lang="hu-HU" sz="2400" dirty="0"/>
          </a:p>
          <a:p>
            <a:r>
              <a:rPr lang="hu-HU" sz="2400" dirty="0"/>
              <a:t>A design letisztult és modern.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2A2188B-37C9-E289-5BD4-D42BE374AF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220174"/>
            <a:ext cx="5891213" cy="394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389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142E14-3C7A-4E24-4628-AAB45076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400" dirty="0"/>
              <a:t>Asztali alkalmazás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76DFF40-7374-783A-99AE-54B654882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hu-HU" sz="2800" dirty="0"/>
              <a:t>A képen az alkalmazás adminisztrációs felületének főmenüje / vezérlőpultja látható.</a:t>
            </a:r>
          </a:p>
          <a:p>
            <a:r>
              <a:rPr lang="hu-HU" sz="2800" dirty="0"/>
              <a:t>Innen tudjuk az alkalmazásunk fő funkcióit elérni</a:t>
            </a:r>
          </a:p>
          <a:p>
            <a:endParaRPr lang="hu-HU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7C3A16E-B837-B7FD-F001-3DF2FCE83F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532844"/>
            <a:ext cx="5891213" cy="331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995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1A0EA8-5DE9-403F-E18C-A271C66E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4000" dirty="0"/>
              <a:t>Asztali alkalmazás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F9B945F-0D92-B348-4BFF-8312A01E0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Ez a felület a hotel szobáinak adminisztrációját mutatja. Látható egy táblázat a szobák részletes adataival: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Szobaszám, típus, kapacitás, ár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Aktuális állapot (pl. foglalt, szabad, takarítás alatt)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Emelet, hozzáadás dátuma és leírás</a:t>
            </a:r>
          </a:p>
          <a:p>
            <a:r>
              <a:rPr lang="hu-HU" dirty="0"/>
              <a:t>A felületen lehetőség van új szoba rögzítésére, meglévők szerkesztésére, törlésére és a lista frissítésére.</a:t>
            </a:r>
          </a:p>
          <a:p>
            <a:endParaRPr lang="hu-H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3AAA7B1-38AF-852C-95CB-002ACA87FC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540042"/>
            <a:ext cx="5891213" cy="330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779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6D7656-C59A-B00F-236B-694BB9D2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400" dirty="0"/>
              <a:t>Asztali alkalmazás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C8C05D2-35F2-848E-474D-EF7698F7E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1;Ezen a felületen tudjuk mint a szoba, mint a program foglalásokat kezelni</a:t>
            </a:r>
          </a:p>
          <a:p>
            <a:endParaRPr lang="hu-HU" dirty="0"/>
          </a:p>
          <a:p>
            <a:r>
              <a:rPr lang="hu-HU" dirty="0"/>
              <a:t>2; Szobafoglalások kezelése</a:t>
            </a:r>
          </a:p>
          <a:p>
            <a:endParaRPr lang="hu-HU" dirty="0"/>
          </a:p>
          <a:p>
            <a:r>
              <a:rPr lang="hu-HU" dirty="0"/>
              <a:t>3; Programok kezelése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C5A9A73-E0BD-FD2A-9BEF-DE48652D7E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268" y="674477"/>
            <a:ext cx="3727571" cy="209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EC68690F-8C4F-45D8-D552-00BC7BBDF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268" y="2972329"/>
            <a:ext cx="3727996" cy="209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A97C70BB-E08F-B865-39B3-F06BC96EF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268" y="4222166"/>
            <a:ext cx="3727998" cy="209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284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D997C8-19FE-F83C-8D79-9CEDD52A1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400" dirty="0"/>
              <a:t>Asztali alkalmazás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A6BCACFE-3BC6-5D35-FBB8-C457C5FC4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6200" y="1535437"/>
            <a:ext cx="5891213" cy="3312464"/>
          </a:xfrm>
          <a:prstGeom prst="rect">
            <a:avLst/>
          </a:prstGeo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F1524AC7-29AF-7003-E7CB-0C8A3422C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hu-HU" sz="2000" dirty="0"/>
              <a:t>Ezen a felületen a szállodánk alkalmazottjait tudjuk kezelni</a:t>
            </a:r>
          </a:p>
          <a:p>
            <a:endParaRPr lang="hu-HU" sz="2000" dirty="0"/>
          </a:p>
          <a:p>
            <a:r>
              <a:rPr lang="hu-HU" sz="2000" dirty="0"/>
              <a:t>-Frissíteni</a:t>
            </a:r>
          </a:p>
          <a:p>
            <a:r>
              <a:rPr lang="hu-HU" sz="2000" dirty="0"/>
              <a:t>-Új dolgozót felvenni</a:t>
            </a:r>
          </a:p>
          <a:p>
            <a:r>
              <a:rPr lang="hu-HU" sz="2000" dirty="0"/>
              <a:t>-Dolgozó adatait megváltoztatni</a:t>
            </a:r>
          </a:p>
          <a:p>
            <a:r>
              <a:rPr lang="hu-HU" sz="2000" dirty="0"/>
              <a:t>-Dolgozót törölni / elbocsájtani</a:t>
            </a:r>
          </a:p>
          <a:p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2833777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098D69-8835-FA66-ED63-04E96462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Webes felület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DF47762-D312-FA9F-6FF5-B8F8AB7BD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hu-HU" sz="2400" dirty="0"/>
              <a:t>Oldalunk főoldala csekély betekintést mutat a szállodánk:</a:t>
            </a:r>
          </a:p>
          <a:p>
            <a:r>
              <a:rPr lang="hu-HU" sz="2400" dirty="0"/>
              <a:t>-szolgáltatásaiba</a:t>
            </a:r>
          </a:p>
          <a:p>
            <a:r>
              <a:rPr lang="hu-HU" sz="2400" dirty="0"/>
              <a:t>-szobáiba</a:t>
            </a:r>
          </a:p>
          <a:p>
            <a:r>
              <a:rPr lang="hu-HU" sz="2400" dirty="0"/>
              <a:t>-programjaiba</a:t>
            </a:r>
          </a:p>
          <a:p>
            <a:r>
              <a:rPr lang="hu-HU" sz="2400" dirty="0"/>
              <a:t>-vendégek véleményébe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A058CFD-61B1-F6B0-EE55-16DA93E755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663438"/>
            <a:ext cx="5891213" cy="305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997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7454F1-C8BC-A8C0-EF4F-5A4927FF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Webes felület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EA88F2C-DF60-9C5A-45F0-B05C89458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Szobák oldalon a vendégek megtekinthetik az elérhető szobákat, és igényeik szerint különböző szűrési lehetőségekkel könnyedén megtalálhatják a számukra legmegfelelőbbet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CDF4711-D1AF-9C4E-1600-7D0BE21F49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655519"/>
            <a:ext cx="5891213" cy="307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5689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60AD1A-5FBB-C498-0E75-B91265F6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Webes felület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3A2DD66-205A-1848-CB15-685B1E76B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A Szolgáltatások oldalon a látogatók részletesen megismerhetik szállodánk által kínált szolgáltatásokat és lehetőségeket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C2FED1E-8165-D3E4-6FEC-6F53CB32E1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663318"/>
            <a:ext cx="5891213" cy="305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244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BB2870-9681-8759-97E0-8852D9CC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Webes felület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B2043FF-E763-AEC8-7C46-782FCB83A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hu-HU" sz="2800" dirty="0"/>
              <a:t>A Programok oldalon vendégeink gyermekeknek és felnőtteknek egyaránt szóló, változatos programlehetőségek közül foglalhatnak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9E4C1238-9537-00F6-7C80-431C90CA18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658622"/>
            <a:ext cx="5891213" cy="306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087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EDD1CB-43AD-92AA-6E7A-DF27388B5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Webes felület</a:t>
            </a:r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9497F485-6C6F-F721-D507-E43095826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6200" y="1730463"/>
            <a:ext cx="5891213" cy="2922412"/>
          </a:xfr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A72A1313-1236-6326-DB1A-00C0974D8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hu-HU" sz="2400" dirty="0"/>
              <a:t>A Rólunk oldalon a vendégek minden fontos információt megtalálnak szállodánkról, beleértve az elérhetőségeinket, megközelítési lehetőségeket és egyéb hasznos tudnivalókat.</a:t>
            </a:r>
          </a:p>
        </p:txBody>
      </p:sp>
    </p:spTree>
    <p:extLst>
      <p:ext uri="{BB962C8B-B14F-4D97-AF65-F5344CB8AC3E}">
        <p14:creationId xmlns:p14="http://schemas.microsoft.com/office/powerpoint/2010/main" val="999615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2174A4-1C1A-6409-C6AF-794B815F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/>
              <a:t>Webes felület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B09527D-96B4-67A9-8548-DE13766EF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Profilom oldalon a felhasználók megtekinthetik, módosíthatják vagy törölhetik fiókjukkal kapcsolatos adataikat, beállításaikat és egyéb személyes információikat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3C62E6DF-99C5-C7CF-E438-56858CF269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654005"/>
            <a:ext cx="5891213" cy="307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627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BB6C93-4DFF-870F-CB2C-FF4069948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2235200"/>
            <a:ext cx="8791575" cy="2387600"/>
          </a:xfrm>
        </p:spPr>
        <p:txBody>
          <a:bodyPr/>
          <a:lstStyle/>
          <a:p>
            <a:pPr algn="ctr"/>
            <a:r>
              <a:rPr lang="hu-HU" dirty="0"/>
              <a:t>A programunknak vannak kiemelendő funkciói </a:t>
            </a:r>
            <a:br>
              <a:rPr lang="hu-HU" dirty="0"/>
            </a:br>
            <a:r>
              <a:rPr lang="hu-HU" dirty="0"/>
              <a:t>=&gt;</a:t>
            </a:r>
          </a:p>
        </p:txBody>
      </p:sp>
    </p:spTree>
    <p:extLst>
      <p:ext uri="{BB962C8B-B14F-4D97-AF65-F5344CB8AC3E}">
        <p14:creationId xmlns:p14="http://schemas.microsoft.com/office/powerpoint/2010/main" val="3663877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91A6FC-B8F0-A377-49D0-1C42A8D0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/>
              <a:t>Különleges funkciók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4B26037-AEC3-2CC4-DF72-C5997B2FF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r>
              <a:rPr lang="hu-HU" sz="2800"/>
              <a:t>A foglalásod </a:t>
            </a:r>
            <a:r>
              <a:rPr lang="hu-HU" sz="2800" dirty="0"/>
              <a:t>megerősítése e-mailben történik – a rendszer visszaigazoló üzenetet küld, amelyben megerősítjük, hogy a foglalásod sikeresen megtörtént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77DB65A8-DEA5-37F0-7952-3CDE055CEA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310" y="592138"/>
            <a:ext cx="3562993" cy="519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94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3D8E92-15B8-5699-3606-05585131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Különleges </a:t>
            </a:r>
            <a:r>
              <a:rPr lang="hu-HU" sz="4000" dirty="0"/>
              <a:t>funkciók</a:t>
            </a:r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1801A71-1F92-6BF1-B04F-697044011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hu-HU" sz="3200" dirty="0"/>
              <a:t>Az e-mailben egy PDF fájlt is csatolunk, amely tartalmazza a foglalásod összes fontos adatát és részletét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D03E1DC-CB4C-05DB-E1A8-CE394025E2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291" y="592138"/>
            <a:ext cx="3667030" cy="519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869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CD6ADC-1332-81A3-9974-A2795CBE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Jövőbeli fejlesztések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66E4A5-814D-5A98-C7EE-15FE4D308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-Valós fizetés</a:t>
            </a:r>
          </a:p>
          <a:p>
            <a:r>
              <a:rPr lang="hu-HU" dirty="0"/>
              <a:t>-Profilfelület továbbfejlesztése</a:t>
            </a:r>
          </a:p>
          <a:p>
            <a:r>
              <a:rPr lang="hu-HU" dirty="0"/>
              <a:t>-Értesítések kezelése</a:t>
            </a:r>
          </a:p>
          <a:p>
            <a:r>
              <a:rPr lang="hu-HU" dirty="0"/>
              <a:t>-mobilapplikáció kifejlesztése</a:t>
            </a:r>
          </a:p>
        </p:txBody>
      </p:sp>
    </p:spTree>
    <p:extLst>
      <p:ext uri="{BB962C8B-B14F-4D97-AF65-F5344CB8AC3E}">
        <p14:creationId xmlns:p14="http://schemas.microsoft.com/office/powerpoint/2010/main" val="3656884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465711-FA8F-D0BE-806D-5BDF2AA38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hu-HU" sz="5400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907254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131</TotalTime>
  <Words>636</Words>
  <Application>Microsoft Office PowerPoint</Application>
  <PresentationFormat>Szélesvásznú</PresentationFormat>
  <Paragraphs>101</Paragraphs>
  <Slides>25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28" baseType="lpstr">
      <vt:lpstr>Arial</vt:lpstr>
      <vt:lpstr>Tw Cen MT</vt:lpstr>
      <vt:lpstr>Áramkör</vt:lpstr>
      <vt:lpstr>HMZ-rt Foglalj okosan, kezelj könnyedén</vt:lpstr>
      <vt:lpstr>Projekt célja / motiváció</vt:lpstr>
      <vt:lpstr>Rendszer Felépítése és Architektúrája</vt:lpstr>
      <vt:lpstr>Backend C# és ASP.NET Core alapokon</vt:lpstr>
      <vt:lpstr>Webes frontend</vt:lpstr>
      <vt:lpstr>WPF asztali alkalmazás</vt:lpstr>
      <vt:lpstr>Adatbázis architektúra</vt:lpstr>
      <vt:lpstr>Főbb funkciók és kiemelkedő megoldások =&gt;</vt:lpstr>
      <vt:lpstr>Backend</vt:lpstr>
      <vt:lpstr>Asztali alkalmazás</vt:lpstr>
      <vt:lpstr>Asztali alkalmazás</vt:lpstr>
      <vt:lpstr>Asztali alkalmazás</vt:lpstr>
      <vt:lpstr>Asztali alkalmazás</vt:lpstr>
      <vt:lpstr>Asztali alkalmazás</vt:lpstr>
      <vt:lpstr>Webes felület</vt:lpstr>
      <vt:lpstr>Webes felület</vt:lpstr>
      <vt:lpstr>Webes felület</vt:lpstr>
      <vt:lpstr>Webes felület</vt:lpstr>
      <vt:lpstr>Webes felület</vt:lpstr>
      <vt:lpstr>Webes felület</vt:lpstr>
      <vt:lpstr>A programunknak vannak kiemelendő funkciói  =&gt;</vt:lpstr>
      <vt:lpstr>Különleges funkciók</vt:lpstr>
      <vt:lpstr>Különleges funkciók</vt:lpstr>
      <vt:lpstr>Jövőbeli fejlesztések 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Zalán Zelenák</dc:creator>
  <cp:lastModifiedBy>Zalán Zelenák</cp:lastModifiedBy>
  <cp:revision>16</cp:revision>
  <dcterms:created xsi:type="dcterms:W3CDTF">2025-05-22T14:11:16Z</dcterms:created>
  <dcterms:modified xsi:type="dcterms:W3CDTF">2025-05-22T17:54:46Z</dcterms:modified>
</cp:coreProperties>
</file>